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./bin/assignments/l48-mlpw-gaussian-processes-notebook.ipynb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Individual Assignments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Carl Henrik Ek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notebooks will be submitted on moodle. Note that we are still finalising the deadlines so the dates below should be taken with a grain of salt.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Gaussian Processes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&lt;2026-10-30 Fri&gt;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Sequential Decision Making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&lt;2026-11-13 Fri&gt;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Assignments</dc:title>
  <dc:creator>Carl Henrik Ek</dc:creator>
  <cp:keywords/>
  <dcterms:created xsi:type="dcterms:W3CDTF">2026-10-23T13:34:26Z</dcterms:created>
  <dcterms:modified xsi:type="dcterms:W3CDTF">2026-10-23T13:34:26Z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